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a Scene da Semana 1 (NivelTeste &gt; Chao, LuzPrincipal) já aberta antes de começar. Confirmar que todos os projetos abrem sem erro.
Metodologia da semana: Scaffolded Learning, autonomia muito baixa — professor demonstra, aluno replica.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física de locomoção (Player parado, mas sólido). Encontro 2 cobre Input Map, câmera em terceira pessoa e o ajuste do movimento para ser relativo à câmera, produzindo o Player efetivamente controlável e jogável.
Resultado esperado ao final: Player com Input Map próprio, câmera em terceira pessoa funcional, movimento relativo à câmera e uma Action adicional não demonstrada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100% guiado. O Player criado aqui ainda não se move — isso é intencional, reforçar para não gerar ansiedade na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fazer a turma nomear "colisão" e "deslizamento em superfícies" sem depender de sintaxe de nenhuma engine específica.
Erro comum: respostas vagas ("a física resolve") — insistir até surgir o problema concreto de deslizar em obstáculos e rampas.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não específico do Godot. Reforçar o hábito da disciplina: sempre perguntar "que problema universal isso resolve?" antes de "como se usa no Godot?".
Referência: Godot Documentation — Physics — CharacterBody3D.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move_and_slide só produz movimento quando recebe uma velocity. Essa velocity vem do Input Map, só configurado no Encontro 2.
Documentação: Godot Docs — Physics — CharacterBody3D.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Godot entrega a solução de locomoção pronta dentro do Node; na Unity, a equipe compõe a solução a partir de peças mais genéricas.
Não ensinar Unity em profundidade aqui — apenas contrastar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2, Encontro 1). O slide só estrutura a demonstração ao vivo.
Reforçar a separação entre CollisionShape3D (física) e MeshInstance3D (visual) como Nodes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código só como referência para pensar na organização do grafo — não para copiar. A ausência de velocity é intencional: reforça que o Player fica sólido, mas parado, até 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CollisionShape3D sem Shape atribuída — o Godot alerta com ícone de aviso no painel Scene.
Erro comum: Player afundando ou flutuando sobre o Chao — reajustar posição ou tamanho da forma de colisão.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de alinhamento aqui geram bugs de movimento difíceis de depurar no Encontro 2, quando o Player passa a se mover de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pela sala pedindo justificativas curtas em voz alta. Sem instrumento formal de avaliação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Malha e forma de colisão desalinhadas — reforçar comparação visual no Viewport antes de encerrar.
Sem instrumento formal de avaliação nesta semana. Observado informalmente no Checkpoint da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2 depende diretamente do Player montado no Encontro 1. Confirmar que todos abrem a Scene sem erros antes de prosseguir.
Este encontro passou a cobrir dois blocos de conteúdo (Input Map e Câmera); revisar o Plano de Aula da Semana 2 para realinhar a distribuição de tempo antes de aplicar em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rapidamente o estado do Player do Encontro 1 antes de avançar — é pré-requisito direto.
Tempo total ainda soma 2h15 (135 min), redistribuído para caber a câmera. Se a turma estiver com dificuldade no Input Map, é aceitável comprimir o bloco de câmera e retomar na Semana 3, já que o resultado esperado da Semana 2 prioriza o Player controlável.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em dupla ou com a turma toda, 2–3 minutos. Objetivo: levar a turma a concluir que remapeamento e múltiplos dispositivos exigem uma camada de abstração entre tecla e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conceito universal do encontro, após "locomoção física" no Encontro 1. Sempre explicar o conceito universal antes da implementação no Godot.
Documentação: Godot Docs —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convenção de nomes por intenção do jogador, nunca pela tecla física (ex.: move_forward, não tecla_w).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Godot concentra tudo em um Input Map global, mais simples de configurar; a Unity oferece mais granularidade nativa (ex.: dois jogadores locais com Action Maps distintos), ao custo de mais camadas de configuração.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desenhado ao vivo no quadro antes de abrir o Project Settings, retomando o diagrama do Tutorial Semana 2 Encontro 2,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o Tutorial (Semana 2, Encontro 2) cobre isso em detalhe.
Reforçar: a ordem importa — velocity precisa ser atribuída antes de move_and_slide.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Orchestrator resolve exatamente a mesma lógica com nós visuais — o código só ajuda o estudante a planejar o grafo antes de montá-lo.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direção invertida — checar orientação do Node Player antes de depurar a lógica de input.
Erro comum: Player não se move — confirmar que velocity é atribuída antes de move_and_slide, não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Testar Action por Action facilita identificar qual está mal configurada em caso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nomear o problema de "câmera atravessando geometria" antes de apresentar o SpringArm3D como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como no Encontro 1 com locomoção. Reforçar o hábito da disciplina: conceito antes de implementação.
Referência: Godot Documentation — Camera3D e SpringArm3D.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pedagógico: reforçar a diferença entre Node visual (MeshInstance3D) e Node físico (StaticBody3D) — o mesmo princípio já visto no Player (CollisionShape3D × Malha), agora aplicado ao cenário.
Sem essa correção, a SpringArm3D configurada a seguir não tem contra o que colidir.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hierarquia: CameraPivot (yaw) &gt; SpringArm3D (pitch + colisão) &gt; Camera3D. Separar yaw e pitch em Nodes distintos facilita o clamp do pitch.
Documentação: Godot Docs — SpringArm3D, Camera3D.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Godot resolve o caso comum com um único Node nativo; a Unity exige um pacote separado, com mais camadas de configuração mas também mais recursos (transições entre câmeras, confiners, etc.).
Não aprofundar Cinemachine aqui — apenas contrastar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o Tutorial (Semana 2, Encontro 2, Parte 2) cobre isso em detalhe.
Reforçar: pitch precisa de clamp, senão a câmera vira de cabeça para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código só como referência — não para copiar. Reforçar que o clamp do pitch é o ponto mais fácil de esquecer ao montar no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esquecer de converter o Chao — a câmera continua atravessando o chão mesmo com a Collision Mask certa, porque um MeshInstance3D sozinho nunca gera colisão.
Erro comum: Collision Mask do SpringArm3D incluindo o próprio Player, fazendo a câmera colidir com a cápsula do personagem.
Erro comum: esquecer o clamp do pitch, deixando a câmera girar 360° verticalmente.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Mistura de yaw e pitch no mesmo Node dificulta o clamp e é o erro mais comum nesta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rápida. Objetivo: a turma perceber sozinha que o movimento construído no Laboratório de Input Map ainda ignora a câmera — "frente" sempre anda para o mesmo lado do mundo, mesmo depois de girar a câmera.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resultado do Laboratório de Input Map: funciona, mas "frente" não muda quando a câmera gira. Esse é o problema que esta seção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motivo pedagógico de ter separado yaw (CameraPivot) e pitch (SpringArm3D) em Nodes diferentes na seção anterior: a separação paga dividendo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versão final do player.torch para a Semana 2. Reforçar: get_vector() substitui a leitura manual de quatro Actions por um único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usar a Basis do SpringArm3D em vez do CameraPivot — resultado é movimento inclinado ao olhar para cima/baixo.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pela sala observando as escolhas. Sem instrumento formal de avaliação — retomado no Checkpoint da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instrumento formal de avaliação nesta semana. Observado no Checkpoint de encerramento do Módulo 1, na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desta semana será refeito — apenas ampliado. Reforçar isso à turma para reduzir ansiedade sobre "ter feito certo".
Referências completas: ver Tutorial Semana 2 (Encontros 1 e 2) e Plano de Aula Semana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</dc:title>
  <dc:subject>PptxGenJS Presentation</dc:subject>
  <dc:creator>Created by Marp</dc:creator>
  <cp:lastModifiedBy>Created by Marp</cp:lastModifiedBy>
  <cp:revision>1</cp:revision>
  <dcterms:created xsi:type="dcterms:W3CDTF">2026-08-17T22:18:15Z</dcterms:created>
  <dcterms:modified xsi:type="dcterms:W3CDTF">2026-08-17T22:18:15Z</dcterms:modified>
</cp:coreProperties>
</file>