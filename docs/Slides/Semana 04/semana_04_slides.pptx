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o projeto da Semana 3 já aberto, com nível de teste, Player, material, terreno, iluminação global e build exportado.
Esta semana abre o Módulo 2 (Construir Sistemas). Nada do nível, do Player ou do build da Semana 3 é refeito — apenas ampliado.
Metodologia: Studio Based Learning, autonomia baixa — professor demonstra, aluno adapta.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Encontro 1 cobre Autoload/Singleton e o GameManager. Encontro 2 cobre input centralizado no Player e o SaveManager, com teste real de persistência entre cenas.
Resultado esperado ao final: dois Autoloads funcionais, com estado próprio persistindo corretamente.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Encontro guiado. Retoma o projeto da Semana 3 sem alterar nada do que já existe — nível, Player e build permanecem intactos.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Ciclo pedagógico da disciplina: Conceito → Demonstração → Construção → Desafio → Revisão. Nunca inverter.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Discussão rápida, 2–3 minutos. Objetivo: levar a turma a perceber que uma Scene comum é descarregada ao trocar de cena, e que o dado dentro dela desaparece junto.
Erro comum: sugerir "guardar em uma variável global do script" sem perceber que isso ainda depende de uma Scene viva.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Conceito universal, não específico do Godot. Reforçar o hábito da disciplina: sempre perguntar "que problema universal isso resolve?" antes de "como se usa no Godot?".
Referência: Godot Docs — Singletons (Autoload).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Autoload de um Node comum adicionado a uma Scene: o Autoload vive fora da árvore de cenas do nível.
O Orchestrator permite selecionar o .torch diretamente no campo Path do Autoload, como um .gd — sem cena wrapper.
Documentação: Godot Docs — Singletons (Autoload); Orchestrator Docs — Autoloads.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a convenção de nomenclatura do PROJECT_ARCHITECTURE.md (seções 8–9): Orchestration .torch em snake_case; Node Name do Autoload em PascalCase (GameManager).
O .torch é registrado diretamente no Autoload, exatamente como um .gd.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Unreal separa formalmente GameMode (regras) e GameState (estado compartilhado); o Godot não precisa dessa separação para resolver o mesmo problema.
Não ensinar Unity em profundidade — apenas contrastar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lição é a mesma do Autoload: a coordenada é dado da cena (muda quando o level designer arrasta o marcador); a política ("nascer no início") é do gerenciador.
Erro comum: criar uma variável Vector3 no grafo do GameManager em vez de ler o Marker3D.
Nesta semana spawn_player() só conhece o PlayerStart; na Semana 7 passa a escolher entre PlayerStart e o último Checkpoint.
Não detalhar passo a passo — papel do Tutorial (Semana 4, Encontro 1, Parte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detalhar passo a passo aqui — isso é papel do Tutorial (Semana 4, Encontro 1). O slide só estrutura a demonstração ao vivo.
Mostrar a lógica do grafo ao lado da versão GDScript equivalente (implementação de referência).
Reforçar: remover o teste (nó Print / print()) antes de encerrar 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esta imagem como referência caso a demonstração ao vivo não seja 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 comum: registrar o Autoload com Node Name em minúsculo ou diferente de GameManager — sempre ajustar manualmente para PascalCase.
Erro comum: testar o acesso antes de salvar o registro em Project Settings.
Erro comum: esquecer de marcar spawn_player() como função pública no grafo.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hábito evita que o GameManager acumule, nas semanas seguintes, responsabilidades que deveriam pertencer ao SaveManager ou a um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pela sala pedindo justificativas curtas em voz alta. Sem instrumento formal de avaliação neste encontro.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Dificuldade esperada: confundir Autoload com Node comum de Scene — reforçar que ele vive fora da árvore de cenas do nível.
Este resultado corresponde ao início do item "GameManager (Autoload)" do roadmap (PROJECT_ARCHITECTURE.md, seção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Encontro depende diretamente do GameManager do Encontro 1. Confirmar que todos têm o Autoload registrado e testado antes de prosseguir.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tempo real para o teste de troca de cena no laboratório — é o momento em que o conceito de Autoload se torna concreto para 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Discussão rápida, 2–3 minutos. Objetivo: levar a turma a reconhecer essa ausência como escolha arquitetural, não limitação.
Esta parte é conceitual — sem alteração no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essa centralização é a base para o Player acionar interações na Semana 5 e abrir o menu de pausa na Semana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Godot e Unity resolvem esse problema de forma semelhante — diferente da Unreal, que formaliza a separação Pawn/Controller.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Preparar o terreno para a serialização em disco, construída na Semana 7 (SaveComponent/SaveData).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SaveManager e GameManager nunca herdam um do outro nem dependem de detalhes internos um do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Godot separa formalmente os dois papéis em Autoloads independentes; na Unity essa separação depende da disciplina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detalhar passo a passo aqui — isso é papel do Tutorial (Semana 4, Encontro 2).
Reforçar: reverter a Main Scene para level_exploration.tscn ao final do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esta imagem como referência caso a demonstração ao vivo não seja 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 comum: declarar a variável de teste dentro da Scene em vez do SaveManager — o valor seria perdido ao trocar de cena.
Erro comum: esquecer de reverter a Main Scene após o teste.
Erro comum: esquecer de marcar a função como pública no grafo.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nenhum arquivo é salvo em disco nesta semana — a serialização só chega na Semana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escolhe seu próprio dado. Sem instrumento formal isolado — compõe a base avaliada no Checkpoint da Semana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Rubrica 3 — Checkpoints (progresso, funcionalidades, qualidade técnica). Sem instrumento formal isolado neste encontro; pré-requisito direto do Checkpoint da Semana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Dificuldade esperada: sobrepor responsabilidades entre GameManager e SaveManager — reforçar a separação de papéis.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dois sistemas abrem a Unidade II e sustentam toda a arquitetura de gameplay das semanas seguintes.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este checklist como roteiro de verificação rápida no início da Semana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desta semana será refeito — apenas ampliado. Reforçar isso à turma para reduzir ansiedade sobre "ter feito certo".
Referências completas: ver Tutorial Semana 4 (Encontros 1 e 2) e Plano de Aula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Semana 4</dc:title>
  <dc:subject>PptxGenJS Presentation</dc:subject>
  <dc:creator>Created by Marp</dc:creator>
  <cp:lastModifiedBy>Created by Marp</cp:lastModifiedBy>
  <cp:revision>1</cp:revision>
  <dcterms:created xsi:type="dcterms:W3CDTF">2026-09-08T18:51:35Z</dcterms:created>
  <dcterms:modified xsi:type="dcterms:W3CDTF">2026-09-08T18:51:35Z</dcterms:modified>
</cp:coreProperties>
</file>