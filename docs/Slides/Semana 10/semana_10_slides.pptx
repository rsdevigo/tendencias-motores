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Semana 9 encerrou com um HUD funcional sobre CanvasLayer, exibindo vida (HealthComponent) e um segundo dado de gameplay, cada grupo com solução visual e de binding própria.
Até aqui, os itens do jogo existem como ItemData (Resource + Enum, desde a Semana 6) e são coletados via Chest/Pickup (Semana 7), mas o handler de coleta só guarda o `nome` do item (String) em `SaveManager.itens_coletados` — não há estrutura que armazene os `ItemData` completos, os liste ou os manipule.
Metodologia: Challenge Based Learning — professor apresenta problemas, grupos propõem soluções. Autonomia média.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Encontro 1 cobre os três problemas de todo Inventory System e a estruturação guiada do InventoryComponent.
Encontro 2 retoma o contrato Interactable, conecta ao inventário e conduz o Code Review formal da Rubrica 4.
Referência: Godot Docs — Resources, Nodes and Scene Instances, Signals; Unity Manual — ScriptableObject.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Encontro guiado. Retoma o projeto da Semana 9 sem alterar o HUD ou qualquer sistema de gameplay já funcional — introduz o InventoryComponent como novo Component do Player.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Ciclo pedagógico da disciplina: Conceito → Demonstração → Construção → Desafio → Revisão. Nunca inverter.
Não há desafio de solução livre neste encontro — a estruturação do InventoryComponent é guiada, base direta da InventoryUI e da ampliação de interação do Encontro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Discussão rápida, 2–3 minutos. Objetivo: levar a turma a perceber que os itens simplesmente desaparecem da cena — não há nenhum lugar que os armazene, liste ou manipule.
Erro comum: assumir que o ItemData por si só já resolve o problema de posse do jogador.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Conceito universal: os dados de definição de um item precisam ser separados do estado de posse daquele item por um jogador específico.
Referência: PROJECT_ARCHITECTURE.md, seção de Componentes — ItemData, Chest, Pickup.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Esses três problemas são estruturais, independentes da engine escolhida.
Reforçar: a exibição é tratada como problema à parte, sem antecipar a InventoryUI ainda neste encontro.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Opção pedagógica deliberada: tratar o inventário como Component do Player, não como cena ou sistema separado.
Erro comum: colocar a lógica de inventário diretamente no script do Player, em vez de isolá-la em um Component.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Princípio universal idêntico nas duas engines: dados de definição do item nunca se confundem com o estado de posse.
A diferença está na convenção de arquitetura, não na engine em si — no Godot, composição via Component é o caminho já estabelecido pelo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detalhar passo a passo aqui — sem Tutorial correspondente nesta semana (produção de tutoriais encerrada no Módulo 2, PEDAGOGICAL_RULES.txt).
Reforçar: o Component armazena apenas referências aos itens, sem duplicar dados de definição.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esta imagem logo após a demonstração, antes do laboratório.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Diagrama sugerido: Chest/Pickup → item_collected(item) → handler único → InventoryComponent.adicionar_item(item) + SaveManager.registrar_item(item.nome).
Erro comum: alterar Chest/Pickup em vez de só redirecionar o handler. Pickup já faz queue_free() e Chest já fica aberto desde a Semana 7; a idempotência por nome evita coleta duplicada.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Critério de sucesso: InventoryComponent funcional armazenando ItemData coletados, sem duplicar dados já modelados.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Dificuldade esperada: colocar a lógica de inventário no script do Player em vez de isolá-la em um Component — reforçar o padrão já usado por InteractionComponent/HealthComponent/SaveComponent.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Retoma o contrato Interactable da Semana 5, ampliando-o para múltiplos tipos de interação conectados ao inventário. Encerra com Code Review formal (Rubrica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Reservar tempo real para o Code Review individual por grupo, abrindo scripts/Orchestrations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Discussão rápida, 2–3 minutos. Objetivo: levar a turma a perceber que o contrato não precisa ser reescrito, apenas estendido para múltiplos tipos de interação.
Erro comum: propor um sistema de comunicação paralelo ao Interactable já existente.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Reforçar: nenhum sistema novo de comunicação é criado — apenas uma extensão do que já existe desde a Semana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um mesmo padrão arquitetural, bem desenhado, escala para novos casos de uso sem precisar ser reescrito.
Este princípio será cobrado diretamente no Code Review (critério "Reutilização").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as três ações resolvidas pelo mesmo padrão de contrato e Signals já dominado desde a Semana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Princípio universal idêntico: a ampliação de um sistema de interação nunca deveria exigir reescrever o contrato existente, apenas estendê-lo.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estender além do necessário — reservar tempo real para o Desafio e o Code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esta imagem durante a demonstração da ampliação, antes do desafio.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Diagrama sugerido: InteractionComponent → (prioriza) → Interactable ampliado → (coletar/usar/descartar) → InventoryComponent.
Erro comum: resolver a priorização com lógica ad-hoc dispersa pelo código, em vez de concentrá-la no InteractionComponent.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grupo propõe e implementa solução própria. O professor conduz o Code Review formal ao vivo, pedindo que o grupo explique sua lógica.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Estes são exatamente os pontos observados pelos critérios "Modularidade" e "Reutilização" do Code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os scripts/Orchestrations ao vivo com cada grupo, verificando se sistemas anteriores continuam sendo usados, não silenciosamente substituídos.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Dificuldade esperada: implementar o novo tipo de interação duplicando lógica já existente no InventoryComponent, em vez de reutilizá-la.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resultado corresponde à linha InventoryComponent/InventoryUI/Ampliação da Interação do roadmap (PROJECT_ARCHITECTURE.md).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este checklist como roteiro de verificação rápida no início da Semana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Referências completas: ver Plano de Aula Semana 10. Sem Tutorial correspondente — produção de tutoriais encerrada no Módulo 2 (PEDAGOGICAL_RULES.txt).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10</dc:title>
  <dc:subject>PptxGenJS Presentation</dc:subject>
  <dc:creator>Created by Marp</dc:creator>
  <cp:lastModifiedBy>Created by Marp</cp:lastModifiedBy>
  <cp:revision>1</cp:revision>
  <dcterms:created xsi:type="dcterms:W3CDTF">2026-09-08T17:47:11Z</dcterms:created>
  <dcterms:modified xsi:type="dcterms:W3CDTF">2026-09-08T17:47:11Z</dcterms:modified>
</cp:coreProperties>
</file>