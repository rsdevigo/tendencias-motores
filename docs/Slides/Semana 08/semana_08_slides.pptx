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Semana 7 encerrou a Unidade II com GameManager, SaveManager, contrato Interactable, Signals, ItemData/Enum e SaveData/Checkpoint operando juntos em um fluxo jogável único, com progresso persistido entre sessões.
A Semana 8 abre a Unidade III mudando a pergunta da disciplina: não mais "como construir cada sistema", mas "como resolver problemas com autonomia crescente" sobre o que já existe.
Metodologia: Challenge Based Learning — professor apresenta o problema, os grupos propõem a solução. Autonomia média.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1 cobre HealthComponent e a State Machine básica de locomoção (idle, andar, correr).
Encontro 2 cobre BlendSpace1D/2D, faixas do AnimationPlayer e o desafio de animação contextual.
Referência: Godot Docs — Animation; Unity Manual — Animator Controller, Blend Trees.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Encontro guiado. Retoma o projeto da Semana 7 sem alterar GameManager, SaveManager, contrato Interactable ou ItemData/Enum — adiciona duas camadas novas e independentes entre si: estado de vida (HealthComponent) e transição de animação (AnimationTree).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Ciclo pedagógico da disciplina: Conceito → Demonstração → Construção → Desafio → Revisão. Nunca inverter.
Não há desafio de solução livre neste encontro — HealthComponent e State Machine básica são construção guiada, base direta do desafio de animação contextual do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Conferir a aba Import do modelo antes da demonstração: se as animações não aparecerem listadas, o arquivo foi importado sem o rig/animações (ver Tutorial Semana 1 Encontro 1, Parte 4).
Erro comum: apagar o Node `Malha` inteiro em vez de só a Mesh — a `CollisionShape3D` é um Node irmão independente, não deve ser afetada pela troca.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rápida, 2–3 minutos. Objetivo: levar a turma a perceber que duplicar vida/dano no script do Player e, depois, no do Enemy, recria o mesmo problema que Component já resolveu antes.
Erro comum: propor uma classe base comum entre Player e Enemy em vez de composição via Component.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Conceito universal, não específico do Godot: toda engine com múltiplos tipos de personagem enfrenta o mesmo problema de onde colocar o estado compartilhado.
Referência: PROJECT_ARCHITECTURE.md, seção de Componentes — HealthComponent.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Reforçar: HealthComponent não conhece quem é seu dono (Player ou Enemy) — apenas expõe vida, dano, died e reiniciar(). A REAÇÃO a died vive fora do Component.
Erro comum: implementar vida/dano diretamente no script/Orchestration do Player em vez de isolar em um HealthComponent.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consumidor que faltava para o ultimo_checkpoint gravado desde a Semana 7. spawn_player() já existe (DC-06) — nada de posicionamento novo aqui.
Define a condição de DERROTA do Vertical Slice; a vitória (objetivo final) é decisão separada (DC-02).
Erro comum: colocar a lógica de respawn/game over dentro do HealthComponent — ele continua enxuto.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conceito universal — estado de vida isolado em um Component reutilizável — é o mesmo nas duas engines; nenhuma delas resolve isso via herança de uma classe base de personagem.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detalhar passo a passo aqui — isso é papel do Tutorial da semana, quando disponível.
Reforçar: HealthComponent emite died; quem decide o que acontece na morte (game over, respawn) é responsabilidade de quem escuta o sinal, não do Component.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imagem logo após a demonstração do HealthComponent, antes de avançar para AnimationTree.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confundir o papel do AnimationPlayer (guarda as animações) com o do AnimationTree (decide qual delas toca e quando).
Referência: Godot Docs — Animation, AnimationTree.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configurar transições sem condição clara (sempre transicionar, nunca transicionar) — reforçar que cada transição depende de uma variável real de gameplay.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conceito universal — animação organizada em uma máquina de estados separada da lógica de gameplay — é o mesmo nas duas engines; a diferença está em asset externo (Unity) versus Node integrado à Scene (Godot).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sugerido: Player → HealthComponent (vida/dano/died) e Player → AnimationTree (AnimationNodeStateMachine: idle/andar/correr), como duas ramificações paralelas do mesmo Node Player.
Reforçar: por ora, as duas camadas são independentes — a integração é o objetivo do Encontro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transições da State Machine sem condição real, resultando em animações travadas ou trocando aleatoriamente.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Esses hábitos evitam retrabalho na integração do desafio do Encontro 2 e sustentam a Rubrica 4 (Code Review).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Dificuldade esperada: confundir o papel do AnimationPlayer com o do AnimationTree — reforçar que são camadas complementares, não concorrentes.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Primeiro desafio da Unidade III sob Challenge Based Learning: o professor apresenta o problema (animação contextual conectada a um evento real), os grupos decidem 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Reservar tempo real para o professor circular entre os grupos como facilitador do problema, não como fornecedor da solução.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Discussão rápida, 2–3 minutos. Objetivo: levar a turma a perceber que a State Machine do Encontro 1 resolve transição entre estados discretos, mas não resolve mistura contínua nem eventos pontuais sobrepostos.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Reconhecer qual mecanismo resolve qual problema é o conceito central do encontro — e é exatamente a decisão que o desafio exige de cada grupo.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Referência: Godot Docs — Animation, BlendSpace1D/2D dentro do AnimationTree.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 comum: escolher BlendSpace para um caso pontual e discreto (um único gesto de ataque) em vez de faixa do AnimationPlayer, ou o inverso.
Erro comum: quebrar a transição da State Machine ao sobrepor a animação pontual — a faixa deve se sobrepor à base, não substituí-la.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lógica de interpolação multidimensional é a mesma nas duas engines; a Unity organiza a configuração como asset próprio (Blend Tree) referenciado pelo Animator Controller, enquanto o Godot configura os pontos diretamente no AnimationTree.
Não transformar isso em aula de Unity — o objetivo é a lógica universal, não a sintaxe da Unity.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estender as demonstrações além do necessário para o desafio — o tempo do encontro é do laboratório/desafio.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esta imagem antes da apresentação do desafio, para fixar o critério de escolha.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Diagrama sugerido: HealthComponent.died/apply_damage → animação de reação (faixa do AnimationPlayer) — ou — InteractionComponent/Interactable → animação de interação, ambos sobrepostos à State Machine de locomoção.
Erro comum: conectar a animação contextual a uma condição artificial em vez de um evento real já existente no projeto.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professor circula entre os grupos como facilitador do problema, não como fornecedor da solução — característico da Challenge Based Learning que abre a Unidade III.
Este é o Desafio Técnico avaliado pela Rubrica 2 do Sistema de Avaliação.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Essas justificativas são exatamente o que a Rubrica 2 (Desafio Técnico) avalia neste encontro.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Dificuldade esperada: escolher o mecanismo errado (BlendSpace para um evento pontual, ou faixa para um movimento contínuo) — usar a pergunta de calibração para corrigir durante o laboratório.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resultado corresponde às linhas HealthComponent, AnimationTree e BlendSpace1D/2D + AnimationPlayer do roadmap (PROJECT_ARCHITECTURE.md).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Usar este checklist como roteiro de verificação rápida no início da Semana 9.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completas: ver Plano de Aula Semana 8. Sem Tutorial correspondente — produção de tutoriais encerrada no Módulo 2 (PEDAGOGICAL_RULES.txt).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Semana 8</dc:title>
  <dc:subject>PptxGenJS Presentation</dc:subject>
  <dc:creator>Created by Marp</dc:creator>
  <cp:lastModifiedBy>Created by Marp</cp:lastModifiedBy>
  <cp:revision>1</cp:revision>
  <dcterms:created xsi:type="dcterms:W3CDTF">2026-09-08T17:47:02Z</dcterms:created>
  <dcterms:modified xsi:type="dcterms:W3CDTF">2026-09-08T17:47:02Z</dcterms:modified>
</cp:coreProperties>
</file>