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o projeto da Semana 5 já aberto, com contrato Interactable e Signals sustentando pelo menos um objeto interativo (Door) e o objeto próprio de cada grupo. Nada desse trabalho é alterado — apenas ampliado.
Esta semana resolve um problema diferente: onde vivem os dados de um item de jogo (nome, ícone, valor, categoria) sem misturá-los à lógica que os manipula.
Metodologia: Studio Based Learning, autonomia baixa — professor demonstra, aluno adapta.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1 cobre a criação do Resource ItemData. Encontro 2 cobre o Enum de categoria e o desafio de cada grupo modelar seu próprio conjunto de itens (Checkpoint de progresso do Módulo 2).
Resultado esperado ao final: ItemData com pelo menos um Enum de categoria, aplicado a um conjunto próprio de itens coletáveis.
Referência: Godot Docs — Resources; GDScript (Enums); Unity Manual — ScriptableObjects.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guiado. Retoma o projeto da Semana 5 sem alterar o contrato Interactable ou os Signals já implementados — Door e o objeto próprio de cada grupo permanecem intactos.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pedagógico da disciplina: Conceito → Demonstração → Construção → Desafio → Revisão. Nunca inverter.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concluir que a resposta correta é não — o dado deve existir uma única vez, em uma estrutura própria, consultada por qualquer Scene que precise dele.
Erro comum: aceitar variáveis duplicadas em cada script como solução razoável sem perceber o custo de manutenção.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universal, não específico do Godot. Reforçar o hábito da disciplina: perguntar "que problema universal isso resolve?" antes de "como se usa no Godot?".
Referência: Godot Docs —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Resource não é Node — não pertence à árvore de Scene. Um erro comum é estender Node por hábito.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universal — dado de design como asset independente de lógica — é idêntico nas duas engines. A diferença é arquitetural, não conceitual.
Não transformar isso em aula de C#.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isso é papel do Tutorial (Semana 6, Encontro 1).
Reforçar: nenhuma lógica de gameplay (efeito ao coletar) deve viver dentro do ItemData.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como referência ao apresentar a estrutura da classe antes da demonstração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sugerido: ItemData (classe, campos nome/icone/valor/descricao) → item_moeda.tres e item_chave.tres (instâncias com valores próprios).
Erro comum: confundir a classe com uma instância — reforçar que a classe define, a instância preenche.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esquecer @export, tornando o campo invisível no Inspector.
Erro comum: colocar lógica de gameplay dentro do ItemData em vez de na Scene que o consome.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hábito evita que o ItemData acumule, nas semanas seguintes, lógica que deveria pertencer ao Chest ou ao Pickup da Semana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pela sala conferindo se o campo novo aparece corretamente no Inspector após @export.
Sem instrumento formal de avaliação neste encontro — pré-requisito direto do desafio avaliado (Checkpoint) do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confundir a classe ItemData com uma instância .tres — reforçar que a classe define a estrutura e cada .tres é um dado concreto.
Este resultado corresponde ao início do item "ItemData (Resource + Enum)" do roadmap (PROJECT_ARCHITECTURE.md, seção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depende diretamente do ItemData do Encontro 1. Confirmar que a classe e as duas instâncias .tres estão testadas antes de prosseguir.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tempo real para o desafio em grupo — é o momento em que o Checkpoint de progresso do Módulo 2 se torna concreto para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concluir que a resposta é não — um conjunto pequeno e fechado de opções deve ser um Enum, nunca uma String.
Erro comum: achar que todo campo do ItemData deveria virar Enum; nome e descrição continuam String por serem únicos por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Enum serve para conjuntos fechados e pequenos de opções repetidas entre instâncias, não para valores únicos por item.
Referência: Godot Docs — GDScript (Enums).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universal — restringir um campo a um conjunto fechado e nomeado de opções — é idêntico nas duas engines. Muda apenas onde e como o enum é declarado.
Não transformar isso em aula de C#.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isso é papel do Tutorial (Semana 6, Encontro 2).
Reforçar: definir um valor padrão coerente no campo @export evita instâncias criadas sem categoria explícita.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como referência caso a demonstração ao vivo não seja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sugerido: ItemData (classe) → campo categoria (tipo Categoria) → instância .tres escolhe um valor do Enum via Inspector.
Reforçar que o Enum pertence à mesma classe única do projeto — apenas os valores internos variam por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duplicar a classe ItemData por grupo em vez de ajustar apenas o Enum e as instâncias.
Erro comum: criar um Enum excessivamente granular (uma categoria por item) em vez de um conjunto pequeno e reutilizável.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usar uma String livre em vez do Enum, reintroduzindo o risco de inconsistência que o Enum existe para evitar.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 de progresso: verificação do ItemData com Enum de categoria aplicado a um conjunto de itens coletáveis. Compõe a base avaliada no Code Review de encerramento do Módulo 2 (Semana 7).
Reservar os últimos 20 minutos do encontro para as apresentações.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resultado corresponde à conclusão do item "ItemData (Resource + Enum)" do roadmap (PROJECT_ARCHITECTURE.md, seção 6), pré-requisito direto de "Pickup", "Chest" e "SaveComponent / SaveData", todos construídos na Semana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confundir o papel do ItemData (onde vive o dado) com o papel do Enum (como restringir um campo) — reforçar que são complementares.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par — ItemData + Enum — sustenta todo item do Vertical Slice até a ampliação do Inventário na Semana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checklist como roteiro de verificação rápida no início da Semana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par ItemData/Enum também será retomado na ampliação do Inventário na Semana 10.
Referências completas: ver Tutorial Semana 6 (Encontros 1 e 2) e Plano de Aula Semana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6</dc:title>
  <dc:subject>PptxGenJS Presentation</dc:subject>
  <dc:creator>Created by Marp</dc:creator>
  <cp:lastModifiedBy>Created by Marp</cp:lastModifiedBy>
  <cp:revision>1</cp:revision>
  <dcterms:created xsi:type="dcterms:W3CDTF">2026-09-08T17:46:43Z</dcterms:created>
  <dcterms:modified xsi:type="dcterms:W3CDTF">2026-09-08T17:46:43Z</dcterms:modified>
</cp:coreProperties>
</file>