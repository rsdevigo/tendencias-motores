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projeto da Semana 6 já aberto, com GameManager/SaveManager (Autoload), contrato Interactable, Signals e ItemData + Enum sustentando o conjunto próprio de itens de cada grupo. Nada desse trabalho é alterado — apenas ampliado.
Esta semana fecha a Unidade II em duas frentes: SaveData + FileAccess (Encontro 1) e integração final de todos os sistemas do módulo em um único fluxo, com Code Review e Playtest (Encontro 2).
Metodologia: Studio Based Learning, autonomia baixa — professor demonstra, aluno adapta. Encerramento de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SaveData, SaveComponent, Pickup/Chest, Checkpoint e o fechamento do ciclo de spawn. Encontro 2 não introduz nada novo — integra tudo em um fluxo único e avalia via Code Review e Playtest.
Resultado esperado ao final: Vertical Slice com progresso persistente real entre sessões, encerrando a Unidade II.
Referência: Godot Docs — Saving Games, Resources, FileSystem; Unity Manual — PlayerPrefs.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projeto da Semana 6 sem alterar GameManager, SaveManager, contrato Interactable ou ItemData/Enum — apenas adiciona uma camada de persistência real acima do que já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
Não há desafio de solução livre neste encontro — SaveData/SaveComponent/Pickup/Chest/Checkpoint são construção guiada, base direta da integração avaliada do Encontro 2. A única variação por grupo é qual ItemData cada Pickup/Chest concede.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o SaveManager mantém estado vivo apenas enquanto o processo do jogo está rodando, mesmo trocando de cena — mas esse estado desaparece ao fechar o jogo.
Erro comum: achar que o SaveManager (Autoload) já resolve persistência em disco, sem perceber que é apenas persistência em memória entre cenas.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não específico do Godot. Reforçar o hábito da disciplina: perguntar "que problema universal isso resolve?" antes de "como se usa no Godot?".
Referência: Godot Docs — Saving Games, File System (user://).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res:// é o projeto (somente leitura em builds exportados); user:// é a pasta de dados do usuário, gravável em tempo de execução.
Erro comum: criar SaveData como Node em vez de Resource — apenas Resources são serializáveis com ResourceSaver/ResourceLoader.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universal — transformar estado em memória em dado persistido em disco — é idêntico nas duas engines. O Godot oferece um caminho nativo mais direto para dados estruturados; a Unity não tem um equivalente formal único.
Não transformar isso em aula de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(Semana 7, Encontro 1).
Reforçar: SaveComponent conhece apenas SaveData, nunca Nodes específicos da cena.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na introdução do encontro, antes da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Checkpoint → SaveComponent.salvar() → SaveData (Resource) → user://save_data.tres.
Erro comum: instanciar mais de um SaveComponent ativo na mesma árvore de cena, criando ambiguidade sobre a fonte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chamar SaveManager direto de dentro do Pickup/Chest, reacoplando a Scene ao save — a ligação passa pelo Signal e pelo handler.
Erro comum: Chest concedendo o item toda vez, por não checar `aberto`.
O handler ignora item cujo nome já está na lista (idempotência no reload). Na Semana 10 o mesmo handler passa a alimentar o InventoryComponent, sem tocar em Pickup/Chest.
Não detalhar passo a passo aqui — papel do Tutorial (Semana 7, Encontro 1, Parte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reimplementar detecção de proximidade dentro do Checkpoint em vez de reutilizar o InteractionComponent e o contrato já existente.
Referência: PROJECT_ARCHITECTURE.md, seção 8 (scenes/interactables/).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momento em que o ciclo do save fecha: gravar no checkpoint, ler ao abrir, nascer no lugar certo.
O carregamento aqui cobre só itens_coletados e ultimo_checkpoint (schema da Semana 7); ampliar o SaveData é assunto de semanas seguintes.
O gatilho de respawn na morte NÃO é tratado aqui — é Módulo 3.
Erro comum: resolver o id do checkpoint dentro do SaveManager em vez do GameManager (quem conhece a cena é o GameManager).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gravar em res:// em vez de user://.
Erro comum: esquecer FileAccess.file_exists() antes de ResourceLoader.load(), causando erro na primeira execução.
Erro comum: esquecer de conectar o Signal item_collected de alguma instância de Pickup/Chest.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hábitos evitam retrabalho na integração do Encontro 2 e sustentam a Rubrica 4 (Code Review).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confundir SaveManager (entre cenas) com SaveData (entre sessões) — reforçar a diferença.
Este resultado corresponde à conclusão dos itens "Pickup", "Chest", "SaveComponent / SaveData (Resource)", "Checkpoint" e "Carregar save ao iniciar + spawn_player() por checkpoint" do roadmap (PROJECT_ARCHITECTURE.md, seção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não introduz sistema novo. Reúne, sob supervisão do professor como diretor técnico, todos os sistemas construídos desde a Semana 4 em um único fluxo jogável por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de rotação entre grupos durante o Playtest coletivo.
Entrega da semana: gameplay funcional consolidado do Módulo 2, avaliado por Code Review e Playtest coletivo.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um Vertical Slice não é a soma isolada de sistemas testados cada um em seu canto — é a integração deles em um fluxo único.
Se o contrato Interactable e os Signals foram bem desenhados desde a Semana 5, a resposta deve ser sim, sem exigir alteração estrutural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descobrir que um sistema anterior foi implementado de forma isolada e precisa de retrabalho — tratar como sinal de que o contrato Interactable não foi seguido à risca.
Erro comum: preferir criar novos objetos interativos a conectar os existentes — o objetivo é integração, não expansão de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Player → InteractionComponent → (Door | Lever | Pickup | Chest | Checkpoint) via contrato Interactable → Signals (interacted / item_collected) → handler de coleta → SaveManager.itens_coletados → SaveComponent → SaveData (user://).
Reforçar: se algum sistema exige retrabalho para integrar, é sinal de desacoplamento malfeito, não de imprevisto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na introdução do laboratório de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comparação nova é introduzida aqui — é o momento de consolidar as comparações já feitas nas Semanas 4 a 7.
Pedir a cada grupo que articule essas comparações com as próprias palavras durante o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deixar o Checkpoint gravando o estado completo do GameManager em vez de apenas os dados definidos em SaveData.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deste Code Review, a disciplina cobra não só que o sistema funcione, mas por quê — habilidade exigida de forma crescente até a Semana 17.
Erro comum: preparar apresentação que descreve cada sistema isoladamente em vez do fluxo integrado.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avalia arquitetura (Rubrica 4); Playtest avalia a experiência de quem joga sem conhecer a implementação. São ângulos complementares do mesmo entregável.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instrumento de desafio livre — a entrega da semana é a própria apresentação da integração completa.
Este entregável fecha a Unidade II e compõe, junto ao Checkpoint da Semana 6, a base de avaliação processual do Módulo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apresentar cada sistema isoladamente em vez do fluxo integrado — reforçar que o objetivo é a integração, não a soma de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corresponde ao "Produto do Módulo 2" do roadmap (PROJECT_ARCHITECTURE.md, seção 6): gameplay funcional com portas, baús, alavancas, checkpoints e progresso persistente integrados.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completas: ver Tutorial Semana 7 (Encontros 1 e 2) e Plano de Aula Semana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7</dc:title>
  <dc:subject>PptxGenJS Presentation</dc:subject>
  <dc:creator>Created by Marp</dc:creator>
  <cp:lastModifiedBy>Created by Marp</cp:lastModifiedBy>
  <cp:revision>1</cp:revision>
  <dcterms:created xsi:type="dcterms:W3CDTF">2026-09-08T17:46:52Z</dcterms:created>
  <dcterms:modified xsi:type="dcterms:W3CDTF">2026-09-08T17:46:52Z</dcterms:modified>
</cp:coreProperties>
</file>